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329184"/>
          </a:xfrm>
          <a:prstGeom prst="rect">
            <a:avLst/>
          </a:prstGeom>
          <a:solidFill>
            <a:srgbClr val="FCA3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今週の新顔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606040" y="201168"/>
            <a:ext cx="1280160" cy="329184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local-llm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201168"/>
            <a:ext cx="914400" cy="329184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Strata ― 巨大AIを「手元のゲーミングPC」で動かす推論エンジン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何をするもの?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数百B級の巨大MoEモデルは普通VRAMに載らない。Strataは「いま使う専門家(expert)だけ」を速い場所に置き、残りを遅い場所へ退避して動かす。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>
            <a:solidFill>
              <a:srgbClr val="1B2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99232"/>
            <a:ext cx="128016" cy="566928"/>
          </a:xfrm>
          <a:prstGeom prst="rect">
            <a:avLst/>
          </a:prstGeom>
          <a:solidFill>
            <a:srgbClr val="1B2F5C"/>
          </a:solidFill>
          <a:ln w="12700">
            <a:solidFill>
              <a:srgbClr val="1B2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260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(VRAM)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よく使う専門家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92608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67912"/>
            <a:ext cx="128016" cy="5669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947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メインRAM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37947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次に使いそうな専門家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79476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>
            <a:solidFill>
              <a:srgbClr val="7A86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36592"/>
            <a:ext cx="128016" cy="566928"/>
          </a:xfrm>
          <a:prstGeom prst="rect">
            <a:avLst/>
          </a:prstGeom>
          <a:solidFill>
            <a:srgbClr val="7A869A"/>
          </a:solidFill>
          <a:ln w="12700">
            <a:solidFill>
              <a:srgbClr val="7A8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634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8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 SSD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46634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残り全部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46634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532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会話の流れに合わせて、専門家を置き場所の間で入れ替える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なぜバズった?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69480" y="2103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数字が刺さった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69480" y="24505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RTX 3060 12GB+RAM 16GBで約21 tok/s、RTX 5090で30 tok/s超の報告。「家で動く」衝撃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3319272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32735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派生が連鎖した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362102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Strata派生のBasalt(2.6倍)、NVFP4版、Rust版、Project Maya。新モデル(GLM-5.3 / Qwen3.8)と同時に拡散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4489704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69480" y="44439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議論・炎上も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69480" y="479145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Claude共著の履歴を書き換えた疑い、未監査バイナリを取得するsetup.shへの懸念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5440680"/>
            <a:ext cx="164592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5468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約21 tok/s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629400" y="5870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RTX 3060 12GB環境の報告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66760" y="5440680"/>
            <a:ext cx="164592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5468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2.6x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412480" y="5870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派生Basaltの速度比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149840" y="5440680"/>
            <a:ext cx="164592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9840" y="5468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321B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195560" y="5870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動かす対象(GLM-5.3-Flash)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公式: github.com/Niko1221/Strata ／ 根拠: r/LocalLLaMA 週間TOP(2026-10-07〜13)、GitHub新規リポジトリ。速度は投稿者の自己申告で未検証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2026-10-14T21:51:27Z</dcterms:created>
  <dcterms:modified xsi:type="dcterms:W3CDTF">2026-10-14T21:51:27Z</dcterms:modified>
</cp:coreProperties>
</file>